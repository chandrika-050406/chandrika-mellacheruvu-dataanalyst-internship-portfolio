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C6"/>
    <a:srgbClr val="FFCCFF"/>
    <a:srgbClr val="C5D3FF"/>
    <a:srgbClr val="A3DBFF"/>
    <a:srgbClr val="FF7C8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ika Ramanjaneyulu" userId="662eef50f18810d2" providerId="LiveId" clId="{8C3DB643-3949-4AC5-AD00-67BB2489F1BA}"/>
    <pc:docChg chg="undo custSel modSld">
      <pc:chgData name="Chandrika Ramanjaneyulu" userId="662eef50f18810d2" providerId="LiveId" clId="{8C3DB643-3949-4AC5-AD00-67BB2489F1BA}" dt="2026-07-11T17:53:32.485" v="331" actId="1076"/>
      <pc:docMkLst>
        <pc:docMk/>
      </pc:docMkLst>
      <pc:sldChg chg="addSp delSp modSp mod">
        <pc:chgData name="Chandrika Ramanjaneyulu" userId="662eef50f18810d2" providerId="LiveId" clId="{8C3DB643-3949-4AC5-AD00-67BB2489F1BA}" dt="2026-07-11T17:29:03.422" v="126" actId="207"/>
        <pc:sldMkLst>
          <pc:docMk/>
          <pc:sldMk cId="1000659069" sldId="256"/>
        </pc:sldMkLst>
        <pc:spChg chg="mod">
          <ac:chgData name="Chandrika Ramanjaneyulu" userId="662eef50f18810d2" providerId="LiveId" clId="{8C3DB643-3949-4AC5-AD00-67BB2489F1BA}" dt="2026-07-11T17:28:50.819" v="125" actId="208"/>
          <ac:spMkLst>
            <pc:docMk/>
            <pc:sldMk cId="1000659069" sldId="256"/>
            <ac:spMk id="2" creationId="{3B12BF84-7675-4D83-08AB-9A73843135D2}"/>
          </ac:spMkLst>
        </pc:spChg>
        <pc:spChg chg="mod">
          <ac:chgData name="Chandrika Ramanjaneyulu" userId="662eef50f18810d2" providerId="LiveId" clId="{8C3DB643-3949-4AC5-AD00-67BB2489F1BA}" dt="2026-07-11T17:05:03.468" v="21" actId="207"/>
          <ac:spMkLst>
            <pc:docMk/>
            <pc:sldMk cId="1000659069" sldId="256"/>
            <ac:spMk id="3" creationId="{C658878B-6B53-1D67-1E32-77DB8D2BDF19}"/>
          </ac:spMkLst>
        </pc:spChg>
        <pc:spChg chg="add del">
          <ac:chgData name="Chandrika Ramanjaneyulu" userId="662eef50f18810d2" providerId="LiveId" clId="{8C3DB643-3949-4AC5-AD00-67BB2489F1BA}" dt="2026-07-11T17:02:35.792" v="7" actId="22"/>
          <ac:spMkLst>
            <pc:docMk/>
            <pc:sldMk cId="1000659069" sldId="256"/>
            <ac:spMk id="5" creationId="{8862BC3D-45BC-681E-2A89-343D1368847C}"/>
          </ac:spMkLst>
        </pc:spChg>
        <pc:spChg chg="add del ord">
          <ac:chgData name="Chandrika Ramanjaneyulu" userId="662eef50f18810d2" providerId="LiveId" clId="{8C3DB643-3949-4AC5-AD00-67BB2489F1BA}" dt="2026-07-11T17:04:23.119" v="13" actId="478"/>
          <ac:spMkLst>
            <pc:docMk/>
            <pc:sldMk cId="1000659069" sldId="256"/>
            <ac:spMk id="6" creationId="{323FB056-6584-0EE1-4FAB-46E0FB7FD951}"/>
          </ac:spMkLst>
        </pc:spChg>
        <pc:spChg chg="add del mod ord">
          <ac:chgData name="Chandrika Ramanjaneyulu" userId="662eef50f18810d2" providerId="LiveId" clId="{8C3DB643-3949-4AC5-AD00-67BB2489F1BA}" dt="2026-07-11T17:06:50.410" v="34" actId="478"/>
          <ac:spMkLst>
            <pc:docMk/>
            <pc:sldMk cId="1000659069" sldId="256"/>
            <ac:spMk id="7" creationId="{7719AB3C-4FF8-BD29-48ED-93584AEB0EA4}"/>
          </ac:spMkLst>
        </pc:spChg>
        <pc:spChg chg="add mod ord">
          <ac:chgData name="Chandrika Ramanjaneyulu" userId="662eef50f18810d2" providerId="LiveId" clId="{8C3DB643-3949-4AC5-AD00-67BB2489F1BA}" dt="2026-07-11T17:29:03.422" v="126" actId="207"/>
          <ac:spMkLst>
            <pc:docMk/>
            <pc:sldMk cId="1000659069" sldId="256"/>
            <ac:spMk id="8" creationId="{B2931D70-6C26-8706-F2A7-A8778194C7AC}"/>
          </ac:spMkLst>
        </pc:spChg>
      </pc:sldChg>
      <pc:sldChg chg="addSp delSp modSp mod">
        <pc:chgData name="Chandrika Ramanjaneyulu" userId="662eef50f18810d2" providerId="LiveId" clId="{8C3DB643-3949-4AC5-AD00-67BB2489F1BA}" dt="2026-07-11T17:52:58.606" v="327" actId="14100"/>
        <pc:sldMkLst>
          <pc:docMk/>
          <pc:sldMk cId="1376439797" sldId="257"/>
        </pc:sldMkLst>
        <pc:spChg chg="mod">
          <ac:chgData name="Chandrika Ramanjaneyulu" userId="662eef50f18810d2" providerId="LiveId" clId="{8C3DB643-3949-4AC5-AD00-67BB2489F1BA}" dt="2026-07-11T17:42:52.451" v="222" actId="207"/>
          <ac:spMkLst>
            <pc:docMk/>
            <pc:sldMk cId="1376439797" sldId="257"/>
            <ac:spMk id="2" creationId="{D4C66794-0A5F-EF48-050B-E829537EC631}"/>
          </ac:spMkLst>
        </pc:spChg>
        <pc:spChg chg="mod">
          <ac:chgData name="Chandrika Ramanjaneyulu" userId="662eef50f18810d2" providerId="LiveId" clId="{8C3DB643-3949-4AC5-AD00-67BB2489F1BA}" dt="2026-07-11T17:52:50.779" v="326" actId="1076"/>
          <ac:spMkLst>
            <pc:docMk/>
            <pc:sldMk cId="1376439797" sldId="257"/>
            <ac:spMk id="3" creationId="{57714F1B-4168-D529-EE1B-E7937F56D4A8}"/>
          </ac:spMkLst>
        </pc:spChg>
        <pc:spChg chg="add mod ord">
          <ac:chgData name="Chandrika Ramanjaneyulu" userId="662eef50f18810d2" providerId="LiveId" clId="{8C3DB643-3949-4AC5-AD00-67BB2489F1BA}" dt="2026-07-11T17:08:49.061" v="45" actId="14100"/>
          <ac:spMkLst>
            <pc:docMk/>
            <pc:sldMk cId="1376439797" sldId="257"/>
            <ac:spMk id="4" creationId="{4660845A-02FF-3286-3977-8FC445B0191F}"/>
          </ac:spMkLst>
        </pc:spChg>
        <pc:spChg chg="add del mod ord">
          <ac:chgData name="Chandrika Ramanjaneyulu" userId="662eef50f18810d2" providerId="LiveId" clId="{8C3DB643-3949-4AC5-AD00-67BB2489F1BA}" dt="2026-07-11T17:11:52.425" v="73" actId="11529"/>
          <ac:spMkLst>
            <pc:docMk/>
            <pc:sldMk cId="1376439797" sldId="257"/>
            <ac:spMk id="5" creationId="{338CB9B4-2F8A-278E-2810-F38B669A4A23}"/>
          </ac:spMkLst>
        </pc:spChg>
        <pc:spChg chg="add mod ord">
          <ac:chgData name="Chandrika Ramanjaneyulu" userId="662eef50f18810d2" providerId="LiveId" clId="{8C3DB643-3949-4AC5-AD00-67BB2489F1BA}" dt="2026-07-11T17:52:58.606" v="327" actId="14100"/>
          <ac:spMkLst>
            <pc:docMk/>
            <pc:sldMk cId="1376439797" sldId="257"/>
            <ac:spMk id="6" creationId="{AA22FA9A-6BDD-C47E-1EFB-C49577506E23}"/>
          </ac:spMkLst>
        </pc:spChg>
      </pc:sldChg>
      <pc:sldChg chg="addSp modSp mod">
        <pc:chgData name="Chandrika Ramanjaneyulu" userId="662eef50f18810d2" providerId="LiveId" clId="{8C3DB643-3949-4AC5-AD00-67BB2489F1BA}" dt="2026-07-11T17:53:32.485" v="331" actId="1076"/>
        <pc:sldMkLst>
          <pc:docMk/>
          <pc:sldMk cId="1724934962" sldId="258"/>
        </pc:sldMkLst>
        <pc:spChg chg="mod">
          <ac:chgData name="Chandrika Ramanjaneyulu" userId="662eef50f18810d2" providerId="LiveId" clId="{8C3DB643-3949-4AC5-AD00-67BB2489F1BA}" dt="2026-07-11T17:53:32.485" v="331" actId="1076"/>
          <ac:spMkLst>
            <pc:docMk/>
            <pc:sldMk cId="1724934962" sldId="258"/>
            <ac:spMk id="2" creationId="{E84F9A9F-69A2-C4F1-E53C-8BDD01FF138E}"/>
          </ac:spMkLst>
        </pc:spChg>
        <pc:spChg chg="mod">
          <ac:chgData name="Chandrika Ramanjaneyulu" userId="662eef50f18810d2" providerId="LiveId" clId="{8C3DB643-3949-4AC5-AD00-67BB2489F1BA}" dt="2026-07-11T17:53:11.572" v="328" actId="1076"/>
          <ac:spMkLst>
            <pc:docMk/>
            <pc:sldMk cId="1724934962" sldId="258"/>
            <ac:spMk id="4" creationId="{174C2F81-4266-97C9-54EB-359D0282DAE1}"/>
          </ac:spMkLst>
        </pc:spChg>
        <pc:spChg chg="add mod ord">
          <ac:chgData name="Chandrika Ramanjaneyulu" userId="662eef50f18810d2" providerId="LiveId" clId="{8C3DB643-3949-4AC5-AD00-67BB2489F1BA}" dt="2026-07-11T17:53:24.280" v="330" actId="1076"/>
          <ac:spMkLst>
            <pc:docMk/>
            <pc:sldMk cId="1724934962" sldId="258"/>
            <ac:spMk id="9" creationId="{38434459-EEC2-4C51-FA9B-FCA1CEB65C85}"/>
          </ac:spMkLst>
        </pc:spChg>
        <pc:picChg chg="mod">
          <ac:chgData name="Chandrika Ramanjaneyulu" userId="662eef50f18810d2" providerId="LiveId" clId="{8C3DB643-3949-4AC5-AD00-67BB2489F1BA}" dt="2026-07-11T17:53:15.158" v="329" actId="1076"/>
          <ac:picMkLst>
            <pc:docMk/>
            <pc:sldMk cId="1724934962" sldId="258"/>
            <ac:picMk id="8" creationId="{CE499408-30B0-C5EA-9DA8-260E65EF4898}"/>
          </ac:picMkLst>
        </pc:picChg>
      </pc:sldChg>
      <pc:sldChg chg="addSp modSp mod">
        <pc:chgData name="Chandrika Ramanjaneyulu" userId="662eef50f18810d2" providerId="LiveId" clId="{8C3DB643-3949-4AC5-AD00-67BB2489F1BA}" dt="2026-07-11T17:18:47.504" v="106" actId="207"/>
        <pc:sldMkLst>
          <pc:docMk/>
          <pc:sldMk cId="3565545056" sldId="259"/>
        </pc:sldMkLst>
        <pc:spChg chg="mod">
          <ac:chgData name="Chandrika Ramanjaneyulu" userId="662eef50f18810d2" providerId="LiveId" clId="{8C3DB643-3949-4AC5-AD00-67BB2489F1BA}" dt="2026-07-11T17:18:23.477" v="104" actId="1076"/>
          <ac:spMkLst>
            <pc:docMk/>
            <pc:sldMk cId="3565545056" sldId="259"/>
            <ac:spMk id="9" creationId="{8D4B90EB-11F6-2C6C-4B4A-FC5AAE9F5946}"/>
          </ac:spMkLst>
        </pc:spChg>
        <pc:spChg chg="mod">
          <ac:chgData name="Chandrika Ramanjaneyulu" userId="662eef50f18810d2" providerId="LiveId" clId="{8C3DB643-3949-4AC5-AD00-67BB2489F1BA}" dt="2026-07-11T17:18:27.718" v="105" actId="14100"/>
          <ac:spMkLst>
            <pc:docMk/>
            <pc:sldMk cId="3565545056" sldId="259"/>
            <ac:spMk id="11" creationId="{D135C343-9C54-4DFD-F78B-93537121056D}"/>
          </ac:spMkLst>
        </pc:spChg>
        <pc:spChg chg="add mod">
          <ac:chgData name="Chandrika Ramanjaneyulu" userId="662eef50f18810d2" providerId="LiveId" clId="{8C3DB643-3949-4AC5-AD00-67BB2489F1BA}" dt="2026-07-11T17:18:19.327" v="103" actId="14100"/>
          <ac:spMkLst>
            <pc:docMk/>
            <pc:sldMk cId="3565545056" sldId="259"/>
            <ac:spMk id="12" creationId="{F4DA5ABF-B3C3-1799-AAF0-B55D8E78C2EB}"/>
          </ac:spMkLst>
        </pc:spChg>
        <pc:spChg chg="add mod ord">
          <ac:chgData name="Chandrika Ramanjaneyulu" userId="662eef50f18810d2" providerId="LiveId" clId="{8C3DB643-3949-4AC5-AD00-67BB2489F1BA}" dt="2026-07-11T17:18:47.504" v="106" actId="207"/>
          <ac:spMkLst>
            <pc:docMk/>
            <pc:sldMk cId="3565545056" sldId="259"/>
            <ac:spMk id="13" creationId="{469A1F6E-4333-087C-FD3E-BF0639D0800C}"/>
          </ac:spMkLst>
        </pc:spChg>
      </pc:sldChg>
      <pc:sldChg chg="addSp delSp modSp mod">
        <pc:chgData name="Chandrika Ramanjaneyulu" userId="662eef50f18810d2" providerId="LiveId" clId="{8C3DB643-3949-4AC5-AD00-67BB2489F1BA}" dt="2026-07-11T17:48:48.660" v="301" actId="1036"/>
        <pc:sldMkLst>
          <pc:docMk/>
          <pc:sldMk cId="1987055000" sldId="260"/>
        </pc:sldMkLst>
        <pc:spChg chg="mod">
          <ac:chgData name="Chandrika Ramanjaneyulu" userId="662eef50f18810d2" providerId="LiveId" clId="{8C3DB643-3949-4AC5-AD00-67BB2489F1BA}" dt="2026-07-11T17:26:58.508" v="118" actId="1076"/>
          <ac:spMkLst>
            <pc:docMk/>
            <pc:sldMk cId="1987055000" sldId="260"/>
            <ac:spMk id="13" creationId="{46289FD5-6BC8-EB12-AC9C-CD4C640BD647}"/>
          </ac:spMkLst>
        </pc:spChg>
        <pc:spChg chg="mod">
          <ac:chgData name="Chandrika Ramanjaneyulu" userId="662eef50f18810d2" providerId="LiveId" clId="{8C3DB643-3949-4AC5-AD00-67BB2489F1BA}" dt="2026-07-11T17:27:38.973" v="122" actId="255"/>
          <ac:spMkLst>
            <pc:docMk/>
            <pc:sldMk cId="1987055000" sldId="260"/>
            <ac:spMk id="15" creationId="{A3F46581-41C4-8CE6-9785-5043767FFAD4}"/>
          </ac:spMkLst>
        </pc:spChg>
        <pc:spChg chg="add del mod ord">
          <ac:chgData name="Chandrika Ramanjaneyulu" userId="662eef50f18810d2" providerId="LiveId" clId="{8C3DB643-3949-4AC5-AD00-67BB2489F1BA}" dt="2026-07-11T17:48:48.660" v="301" actId="1036"/>
          <ac:spMkLst>
            <pc:docMk/>
            <pc:sldMk cId="1987055000" sldId="260"/>
            <ac:spMk id="16" creationId="{DF15239B-D213-2C8B-8FDF-CE3304EECAC5}"/>
          </ac:spMkLst>
        </pc:spChg>
        <pc:spChg chg="add mod ord">
          <ac:chgData name="Chandrika Ramanjaneyulu" userId="662eef50f18810d2" providerId="LiveId" clId="{8C3DB643-3949-4AC5-AD00-67BB2489F1BA}" dt="2026-07-11T17:27:53.546" v="123" actId="13822"/>
          <ac:spMkLst>
            <pc:docMk/>
            <pc:sldMk cId="1987055000" sldId="260"/>
            <ac:spMk id="17" creationId="{07E8EE7E-E661-A4D0-3573-DADFA1BF64AE}"/>
          </ac:spMkLst>
        </pc:spChg>
      </pc:sldChg>
      <pc:sldChg chg="addSp delSp modSp mod">
        <pc:chgData name="Chandrika Ramanjaneyulu" userId="662eef50f18810d2" providerId="LiveId" clId="{8C3DB643-3949-4AC5-AD00-67BB2489F1BA}" dt="2026-07-11T17:39:27.083" v="191" actId="208"/>
        <pc:sldMkLst>
          <pc:docMk/>
          <pc:sldMk cId="3610835285" sldId="261"/>
        </pc:sldMkLst>
        <pc:spChg chg="mod">
          <ac:chgData name="Chandrika Ramanjaneyulu" userId="662eef50f18810d2" providerId="LiveId" clId="{8C3DB643-3949-4AC5-AD00-67BB2489F1BA}" dt="2026-07-11T17:36:22.697" v="181" actId="14100"/>
          <ac:spMkLst>
            <pc:docMk/>
            <pc:sldMk cId="3610835285" sldId="261"/>
            <ac:spMk id="4" creationId="{14C23B27-8730-0A40-E673-65D539991F8C}"/>
          </ac:spMkLst>
        </pc:spChg>
        <pc:spChg chg="add del mod">
          <ac:chgData name="Chandrika Ramanjaneyulu" userId="662eef50f18810d2" providerId="LiveId" clId="{8C3DB643-3949-4AC5-AD00-67BB2489F1BA}" dt="2026-07-11T17:30:19.452" v="132" actId="11529"/>
          <ac:spMkLst>
            <pc:docMk/>
            <pc:sldMk cId="3610835285" sldId="261"/>
            <ac:spMk id="10" creationId="{CACD887B-CEF0-038A-544C-FF126446306C}"/>
          </ac:spMkLst>
        </pc:spChg>
        <pc:spChg chg="add del mod ord">
          <ac:chgData name="Chandrika Ramanjaneyulu" userId="662eef50f18810d2" providerId="LiveId" clId="{8C3DB643-3949-4AC5-AD00-67BB2489F1BA}" dt="2026-07-11T17:32:21.319" v="150" actId="11529"/>
          <ac:spMkLst>
            <pc:docMk/>
            <pc:sldMk cId="3610835285" sldId="261"/>
            <ac:spMk id="11" creationId="{545B18B7-52CE-592F-A4C5-8B7AB3F5904F}"/>
          </ac:spMkLst>
        </pc:spChg>
        <pc:spChg chg="add mod">
          <ac:chgData name="Chandrika Ramanjaneyulu" userId="662eef50f18810d2" providerId="LiveId" clId="{8C3DB643-3949-4AC5-AD00-67BB2489F1BA}" dt="2026-07-11T17:39:27.083" v="191" actId="208"/>
          <ac:spMkLst>
            <pc:docMk/>
            <pc:sldMk cId="3610835285" sldId="261"/>
            <ac:spMk id="13" creationId="{9395E4B9-C387-5C78-6217-9E830E217C56}"/>
          </ac:spMkLst>
        </pc:spChg>
        <pc:spChg chg="add mod ord">
          <ac:chgData name="Chandrika Ramanjaneyulu" userId="662eef50f18810d2" providerId="LiveId" clId="{8C3DB643-3949-4AC5-AD00-67BB2489F1BA}" dt="2026-07-11T17:38:32.065" v="189" actId="208"/>
          <ac:spMkLst>
            <pc:docMk/>
            <pc:sldMk cId="3610835285" sldId="261"/>
            <ac:spMk id="14" creationId="{AE91C01C-9CFB-20F8-F479-C5AD3D1FBB22}"/>
          </ac:spMkLst>
        </pc:spChg>
      </pc:sldChg>
      <pc:sldChg chg="addSp modSp mod">
        <pc:chgData name="Chandrika Ramanjaneyulu" userId="662eef50f18810d2" providerId="LiveId" clId="{8C3DB643-3949-4AC5-AD00-67BB2489F1BA}" dt="2026-07-11T17:42:30.273" v="221" actId="207"/>
        <pc:sldMkLst>
          <pc:docMk/>
          <pc:sldMk cId="2001161918" sldId="262"/>
        </pc:sldMkLst>
        <pc:spChg chg="mod">
          <ac:chgData name="Chandrika Ramanjaneyulu" userId="662eef50f18810d2" providerId="LiveId" clId="{8C3DB643-3949-4AC5-AD00-67BB2489F1BA}" dt="2026-07-11T17:42:30.273" v="221" actId="207"/>
          <ac:spMkLst>
            <pc:docMk/>
            <pc:sldMk cId="2001161918" sldId="262"/>
            <ac:spMk id="2" creationId="{151D6EE6-1D40-604B-22D0-3B83C2E82F31}"/>
          </ac:spMkLst>
        </pc:spChg>
        <pc:spChg chg="mod">
          <ac:chgData name="Chandrika Ramanjaneyulu" userId="662eef50f18810d2" providerId="LiveId" clId="{8C3DB643-3949-4AC5-AD00-67BB2489F1BA}" dt="2026-07-11T17:42:07.197" v="216" actId="207"/>
          <ac:spMkLst>
            <pc:docMk/>
            <pc:sldMk cId="2001161918" sldId="262"/>
            <ac:spMk id="4" creationId="{185A0450-04BB-CD02-EDEC-8039F1B108FC}"/>
          </ac:spMkLst>
        </pc:spChg>
        <pc:spChg chg="add mod">
          <ac:chgData name="Chandrika Ramanjaneyulu" userId="662eef50f18810d2" providerId="LiveId" clId="{8C3DB643-3949-4AC5-AD00-67BB2489F1BA}" dt="2026-07-11T17:41:56.411" v="215" actId="14100"/>
          <ac:spMkLst>
            <pc:docMk/>
            <pc:sldMk cId="2001161918" sldId="262"/>
            <ac:spMk id="8" creationId="{D1F0B22C-1AD0-864E-ADB4-9A80ACB18F06}"/>
          </ac:spMkLst>
        </pc:spChg>
      </pc:sldChg>
      <pc:sldChg chg="addSp modSp mod">
        <pc:chgData name="Chandrika Ramanjaneyulu" userId="662eef50f18810d2" providerId="LiveId" clId="{8C3DB643-3949-4AC5-AD00-67BB2489F1BA}" dt="2026-07-11T17:48:17.957" v="259" actId="207"/>
        <pc:sldMkLst>
          <pc:docMk/>
          <pc:sldMk cId="2233889965" sldId="263"/>
        </pc:sldMkLst>
        <pc:spChg chg="mod">
          <ac:chgData name="Chandrika Ramanjaneyulu" userId="662eef50f18810d2" providerId="LiveId" clId="{8C3DB643-3949-4AC5-AD00-67BB2489F1BA}" dt="2026-07-11T17:46:51.296" v="249" actId="1076"/>
          <ac:spMkLst>
            <pc:docMk/>
            <pc:sldMk cId="2233889965" sldId="263"/>
            <ac:spMk id="6" creationId="{AF607992-F797-B554-8562-E624CC8611F8}"/>
          </ac:spMkLst>
        </pc:spChg>
        <pc:spChg chg="mod">
          <ac:chgData name="Chandrika Ramanjaneyulu" userId="662eef50f18810d2" providerId="LiveId" clId="{8C3DB643-3949-4AC5-AD00-67BB2489F1BA}" dt="2026-07-11T17:46:42.956" v="248" actId="1076"/>
          <ac:spMkLst>
            <pc:docMk/>
            <pc:sldMk cId="2233889965" sldId="263"/>
            <ac:spMk id="8" creationId="{C9DFE1BF-7072-5428-0572-BDB8E6460D12}"/>
          </ac:spMkLst>
        </pc:spChg>
        <pc:spChg chg="add mod">
          <ac:chgData name="Chandrika Ramanjaneyulu" userId="662eef50f18810d2" providerId="LiveId" clId="{8C3DB643-3949-4AC5-AD00-67BB2489F1BA}" dt="2026-07-11T17:46:57.217" v="250" actId="1076"/>
          <ac:spMkLst>
            <pc:docMk/>
            <pc:sldMk cId="2233889965" sldId="263"/>
            <ac:spMk id="10" creationId="{188F56EA-DC1C-AAF7-3F74-131D390DBE32}"/>
          </ac:spMkLst>
        </pc:spChg>
        <pc:spChg chg="add mod">
          <ac:chgData name="Chandrika Ramanjaneyulu" userId="662eef50f18810d2" providerId="LiveId" clId="{8C3DB643-3949-4AC5-AD00-67BB2489F1BA}" dt="2026-07-11T17:47:01.876" v="251" actId="1076"/>
          <ac:spMkLst>
            <pc:docMk/>
            <pc:sldMk cId="2233889965" sldId="263"/>
            <ac:spMk id="12" creationId="{0E3238D3-02A1-6B4B-86CB-A468F0F32B90}"/>
          </ac:spMkLst>
        </pc:spChg>
        <pc:spChg chg="add mod">
          <ac:chgData name="Chandrika Ramanjaneyulu" userId="662eef50f18810d2" providerId="LiveId" clId="{8C3DB643-3949-4AC5-AD00-67BB2489F1BA}" dt="2026-07-11T17:47:07.502" v="252" actId="1076"/>
          <ac:spMkLst>
            <pc:docMk/>
            <pc:sldMk cId="2233889965" sldId="263"/>
            <ac:spMk id="14" creationId="{1917D077-C585-C965-D8BB-1B692F9AFCCA}"/>
          </ac:spMkLst>
        </pc:spChg>
        <pc:spChg chg="add mod">
          <ac:chgData name="Chandrika Ramanjaneyulu" userId="662eef50f18810d2" providerId="LiveId" clId="{8C3DB643-3949-4AC5-AD00-67BB2489F1BA}" dt="2026-07-11T17:48:17.957" v="259" actId="207"/>
          <ac:spMkLst>
            <pc:docMk/>
            <pc:sldMk cId="2233889965" sldId="263"/>
            <ac:spMk id="16" creationId="{E1F19BFA-1A7D-C0D0-C22D-3E18BA86B9C5}"/>
          </ac:spMkLst>
        </pc:spChg>
        <pc:graphicFrameChg chg="mod">
          <ac:chgData name="Chandrika Ramanjaneyulu" userId="662eef50f18810d2" providerId="LiveId" clId="{8C3DB643-3949-4AC5-AD00-67BB2489F1BA}" dt="2026-07-11T17:48:02.590" v="258" actId="207"/>
          <ac:graphicFrameMkLst>
            <pc:docMk/>
            <pc:sldMk cId="2233889965" sldId="263"/>
            <ac:graphicFrameMk id="5" creationId="{F31F9925-9898-56CD-044D-5D5A6F0C0F33}"/>
          </ac:graphicFrameMkLst>
        </pc:graphicFrameChg>
      </pc:sldChg>
      <pc:sldChg chg="addSp delSp modSp mod">
        <pc:chgData name="Chandrika Ramanjaneyulu" userId="662eef50f18810d2" providerId="LiveId" clId="{8C3DB643-3949-4AC5-AD00-67BB2489F1BA}" dt="2026-07-11T17:52:12.296" v="324" actId="1035"/>
        <pc:sldMkLst>
          <pc:docMk/>
          <pc:sldMk cId="1153298374" sldId="264"/>
        </pc:sldMkLst>
        <pc:spChg chg="mod">
          <ac:chgData name="Chandrika Ramanjaneyulu" userId="662eef50f18810d2" providerId="LiveId" clId="{8C3DB643-3949-4AC5-AD00-67BB2489F1BA}" dt="2026-07-11T17:51:57.209" v="320" actId="207"/>
          <ac:spMkLst>
            <pc:docMk/>
            <pc:sldMk cId="1153298374" sldId="264"/>
            <ac:spMk id="3" creationId="{18EF0A73-8FAC-7531-9E37-E6F4A67F8627}"/>
          </ac:spMkLst>
        </pc:spChg>
        <pc:spChg chg="mod">
          <ac:chgData name="Chandrika Ramanjaneyulu" userId="662eef50f18810d2" providerId="LiveId" clId="{8C3DB643-3949-4AC5-AD00-67BB2489F1BA}" dt="2026-07-11T17:51:50.816" v="319" actId="207"/>
          <ac:spMkLst>
            <pc:docMk/>
            <pc:sldMk cId="1153298374" sldId="264"/>
            <ac:spMk id="5" creationId="{FEBB3FEF-F323-648E-B51A-88951F00F24F}"/>
          </ac:spMkLst>
        </pc:spChg>
        <pc:spChg chg="add del">
          <ac:chgData name="Chandrika Ramanjaneyulu" userId="662eef50f18810d2" providerId="LiveId" clId="{8C3DB643-3949-4AC5-AD00-67BB2489F1BA}" dt="2026-07-10T16:13:53.182" v="1" actId="22"/>
          <ac:spMkLst>
            <pc:docMk/>
            <pc:sldMk cId="1153298374" sldId="264"/>
            <ac:spMk id="9" creationId="{A6C3DE67-C9B1-B9FC-4060-280EED873A6A}"/>
          </ac:spMkLst>
        </pc:spChg>
        <pc:spChg chg="add del mod">
          <ac:chgData name="Chandrika Ramanjaneyulu" userId="662eef50f18810d2" providerId="LiveId" clId="{8C3DB643-3949-4AC5-AD00-67BB2489F1BA}" dt="2026-07-10T16:14:12.005" v="5" actId="22"/>
          <ac:spMkLst>
            <pc:docMk/>
            <pc:sldMk cId="1153298374" sldId="264"/>
            <ac:spMk id="11" creationId="{9B259FC0-C499-723F-2B59-6CE276254F9D}"/>
          </ac:spMkLst>
        </pc:spChg>
        <pc:spChg chg="add mod ord">
          <ac:chgData name="Chandrika Ramanjaneyulu" userId="662eef50f18810d2" providerId="LiveId" clId="{8C3DB643-3949-4AC5-AD00-67BB2489F1BA}" dt="2026-07-11T17:52:12.296" v="324" actId="1035"/>
          <ac:spMkLst>
            <pc:docMk/>
            <pc:sldMk cId="1153298374" sldId="264"/>
            <ac:spMk id="12" creationId="{3E756029-B89B-0003-33E8-EBF861F2EB0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i="0" u="none" strike="noStrike" baseline="0" dirty="0"/>
              <a:t>Average Sales by Gender</a:t>
            </a:r>
            <a:endParaRPr lang="en-US" sz="2800" b="1" dirty="0"/>
          </a:p>
        </c:rich>
      </c:tx>
      <c:layout>
        <c:manualLayout>
          <c:xMode val="edge"/>
          <c:yMode val="edge"/>
          <c:x val="0.12920017409119369"/>
          <c:y val="2.4413113822659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2061223368585E-2"/>
          <c:y val="0.23033671468462663"/>
          <c:w val="0.82277083980298238"/>
          <c:h val="0.664399844790432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Average Sales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141807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92-4412-BD65-F828BC656BE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Average Sales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136883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92-4412-BD65-F828BC656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97955936"/>
        <c:axId val="1197939616"/>
      </c:barChart>
      <c:catAx>
        <c:axId val="1197955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7939616"/>
        <c:crosses val="autoZero"/>
        <c:auto val="1"/>
        <c:lblAlgn val="ctr"/>
        <c:lblOffset val="100"/>
        <c:noMultiLvlLbl val="0"/>
      </c:catAx>
      <c:valAx>
        <c:axId val="1197939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7955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37687041856308"/>
          <c:y val="0.13364011474421603"/>
          <c:w val="0.70540734728738408"/>
          <c:h val="6.40774731328081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81526-5522-41D6-A246-1E160577747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E248F-426C-4EC5-BA19-78D886FA1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8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E248F-426C-4EC5-BA19-78D886FA1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8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32E2-3866-BC7E-4516-4841F446E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A8D26-3112-66A3-CBE8-4E72A7B1E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A23F9-E47A-FA24-1FA5-BC76CCBF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479EF-AB17-6012-BE15-35F42D7B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26AFD-8E7D-72F9-D7F9-4790E2BD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D776-D118-2772-5520-1C42B383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F73E-1BE2-0200-BFA5-A4C18DF7C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060BA-5DE5-4DEB-A660-DA813ADF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B8CE-6E30-A769-F964-F0E74B7A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5F3-186E-92F6-D249-43AFCB67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179-4EEC-DAE8-4287-890FCAAF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D5DBF-86EC-07ED-8954-FE924B518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9867-B03F-F155-9CB0-490685D3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ED54D-8558-FA83-9A06-817297FE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88ED-38D1-B810-9FE0-87F82CFD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6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9653-6498-FD69-0663-E109F991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22479-DD5E-3554-9D96-0E766056F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27488-ED5B-7D8D-E3AB-938B3AB65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A62B-405D-E3ED-BC9E-35FDAB52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7FDBB-5801-9297-DE60-1C32AD77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4D4E2-2290-DEBA-DB6C-C74A0753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4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3005-E1E2-30E3-6F16-D7608433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038AA-C895-EF79-79DC-EC85424E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7AA95-F0E3-6CF7-47DC-C9F613F71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C3911-9B69-F818-5BD0-9F0AE7997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B6E26-7346-93BA-EECD-D5DECCCDF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4398D-C95D-1401-CE4C-81DFF3C4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75CDC-78D4-6B9C-CAF1-4CC97A25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3D420-11B6-C3D7-D1FD-88F1230D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3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DC96-82D4-C765-A590-8FF8FED1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E7E80-5B31-F931-D88D-34CC331C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33232-CC9F-0D0B-B746-276FE2E4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403A0-AAC1-C4FB-0C1B-067888D7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1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CFE00-CE11-4C6F-BEAF-DB388FA6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07A7B-8219-6370-7762-44539794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F73F-24F1-4767-3ECB-3CB7F7E8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2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00A0-C519-826A-AEE6-FFB54F7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A827-AF6C-D97D-32F7-C918B05E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37FF6-0615-8123-9EAE-70C71369F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4C35-C0A4-8049-E5BA-6D64D439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EEB1B-CD6C-9489-627A-3CE51479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C92F-7B44-FA6A-919D-0D7BC05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6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B35F-D1C9-6664-267B-610865CC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9A80F-54A7-FEF0-9D02-DAE8A5887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FF952-A7A3-0FFC-AFD7-60CED91E1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82EA9-A5D0-A895-418A-8FB08569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B2864-E6AE-696F-B154-40514367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047B9-83CB-4574-0203-B7BCD2FC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7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3EE9-6208-E2A4-744E-0A9EAD6B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989A1-073C-AA9E-AFD1-3B9A3DEE6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14724-9A43-352B-7882-2E5CA2D7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6B2C7-3197-8956-E234-9F48C046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92DFA-2ED2-BF22-1D2E-A1C335630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4A4D0-32BE-0E72-112A-1EDC01DEF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59BCC-CA46-216A-F635-1E38A33F9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66DC4-2460-4C5F-40F8-8EB2FDBB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64DC7-BF2A-9BF8-4B26-7A31C6CE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A8D76-7B1E-8B8B-163B-52E67889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32B38-CF28-5E3B-06CB-D362739D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3F50-A550-B753-7317-BFBC79F4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A6FB6-0E2E-148E-6577-52D1DCD11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BACA3-6ECE-4343-8B6C-F0B4098D3F5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B9305-EF00-9014-051B-19291289E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D3B6-7FC5-AFA0-2336-C86D1EDD4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3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31D70-6C26-8706-F2A7-A8778194C7AC}"/>
              </a:ext>
            </a:extLst>
          </p:cNvPr>
          <p:cNvSpPr/>
          <p:nvPr/>
        </p:nvSpPr>
        <p:spPr>
          <a:xfrm>
            <a:off x="231354" y="286439"/>
            <a:ext cx="11721947" cy="62685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2BF84-7675-4D83-08AB-9A7384313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371" y="2368628"/>
            <a:ext cx="9569986" cy="1060372"/>
          </a:xfr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8878B-6B53-1D67-1E32-77DB8D2BD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371" y="3652092"/>
            <a:ext cx="10308116" cy="2820318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 	-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Deep-Dive Analysis of Sales Performance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/>
              <a:t>                                       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				Prepared by: Chandrika </a:t>
            </a:r>
            <a:r>
              <a:rPr lang="en-US" sz="2800" b="1" dirty="0" err="1"/>
              <a:t>Mellacheruvu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5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60845A-02FF-3286-3977-8FC445B0191F}"/>
              </a:ext>
            </a:extLst>
          </p:cNvPr>
          <p:cNvSpPr/>
          <p:nvPr/>
        </p:nvSpPr>
        <p:spPr>
          <a:xfrm>
            <a:off x="583894" y="914400"/>
            <a:ext cx="10769906" cy="1589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66794-0A5F-EF48-050B-E829537E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94" y="365125"/>
            <a:ext cx="10769906" cy="2138362"/>
          </a:xfr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en-US" sz="2400" dirty="0"/>
            </a:br>
            <a:r>
              <a:rPr lang="en-US" sz="3600" dirty="0">
                <a:solidFill>
                  <a:srgbClr val="FF3300"/>
                </a:solidFill>
                <a:latin typeface="Calibri (Body)"/>
              </a:rPr>
              <a:t>OBJECTIVE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800" dirty="0">
                <a:latin typeface="Calibri (Body)"/>
              </a:rPr>
              <a:t>The objective of this project is to analyze sales data, identify key</a:t>
            </a:r>
            <a:br>
              <a:rPr lang="en-US" sz="2800" dirty="0">
                <a:latin typeface="Calibri (Body)"/>
              </a:rPr>
            </a:br>
            <a:r>
              <a:rPr lang="en-US" sz="2800" dirty="0">
                <a:latin typeface="Calibri (Body)"/>
              </a:rPr>
              <a:t>   business insights, validate findings using statistical methods, and </a:t>
            </a:r>
            <a:br>
              <a:rPr lang="en-US" sz="2800" dirty="0">
                <a:latin typeface="Calibri (Body)"/>
              </a:rPr>
            </a:br>
            <a:r>
              <a:rPr lang="en-US" sz="2800" dirty="0">
                <a:latin typeface="Calibri (Body)"/>
              </a:rPr>
              <a:t>   provide recommendations that support data-driven business decisions.</a:t>
            </a:r>
            <a:br>
              <a:rPr lang="en-US" sz="2800" dirty="0">
                <a:latin typeface="Calibri (Body)"/>
              </a:rPr>
            </a:br>
            <a:r>
              <a:rPr lang="en-US" sz="28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FA9A-6BDD-C47E-1EFB-C49577506E23}"/>
              </a:ext>
            </a:extLst>
          </p:cNvPr>
          <p:cNvSpPr/>
          <p:nvPr/>
        </p:nvSpPr>
        <p:spPr>
          <a:xfrm>
            <a:off x="583894" y="2738781"/>
            <a:ext cx="10769906" cy="3518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14F1B-4168-D529-EE1B-E7937F56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94" y="2738781"/>
            <a:ext cx="10769906" cy="375409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00B050"/>
                </a:solidFill>
              </a:rPr>
              <a:t>Goals</a:t>
            </a:r>
          </a:p>
          <a:p>
            <a:r>
              <a:rPr lang="en-US" dirty="0"/>
              <a:t>‘Analyze overall sales performance.</a:t>
            </a:r>
          </a:p>
          <a:p>
            <a:r>
              <a:rPr lang="en-US" dirty="0"/>
              <a:t>Identify high-performing products and categories.</a:t>
            </a:r>
          </a:p>
          <a:p>
            <a:r>
              <a:rPr lang="en-US" dirty="0"/>
              <a:t>Understand customer purchasing behavior.</a:t>
            </a:r>
          </a:p>
          <a:p>
            <a:r>
              <a:rPr lang="en-US" dirty="0"/>
              <a:t>Study monthly sales trends.</a:t>
            </a:r>
          </a:p>
          <a:p>
            <a:r>
              <a:rPr lang="en-US" dirty="0"/>
              <a:t>Validate findings through hypothesis testing.</a:t>
            </a:r>
          </a:p>
          <a:p>
            <a:r>
              <a:rPr lang="en-US" dirty="0"/>
              <a:t>Recommend business improvements.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3979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434459-EEC2-4C51-FA9B-FCA1CEB65C85}"/>
              </a:ext>
            </a:extLst>
          </p:cNvPr>
          <p:cNvSpPr/>
          <p:nvPr/>
        </p:nvSpPr>
        <p:spPr>
          <a:xfrm>
            <a:off x="506775" y="402111"/>
            <a:ext cx="10812385" cy="68855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F9A9F-69A2-C4F1-E53C-8BDD01FF1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576" y="349786"/>
            <a:ext cx="9372848" cy="68855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/>
              <a:t>Dashboard</a:t>
            </a:r>
            <a:r>
              <a:rPr lang="en-US" b="1" dirty="0"/>
              <a:t> Overview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E499408-30B0-C5EA-9DA8-260E65EF48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r="1486"/>
          <a:stretch>
            <a:fillRect/>
          </a:stretch>
        </p:blipFill>
        <p:spPr>
          <a:xfrm>
            <a:off x="6096000" y="1674565"/>
            <a:ext cx="5337002" cy="438554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C2F81-4266-97C9-54EB-359D0282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5590" y="1674565"/>
            <a:ext cx="5106989" cy="4385546"/>
          </a:xfrm>
        </p:spPr>
        <p:txBody>
          <a:bodyPr>
            <a:normAutofit/>
          </a:bodyPr>
          <a:lstStyle/>
          <a:p>
            <a:r>
              <a:rPr lang="en-US" sz="2600" dirty="0"/>
              <a:t>This interactive dashboard provides a comprehensive overview of business performance. It combines key performance indicators, category-wise sales, product performance, customer demographics, and monthly sales trends into a single view. The dashboard enables management to monitor business performance and make informed decisions based on real-time insights.</a:t>
            </a:r>
          </a:p>
        </p:txBody>
      </p:sp>
    </p:spTree>
    <p:extLst>
      <p:ext uri="{BB962C8B-B14F-4D97-AF65-F5344CB8AC3E}">
        <p14:creationId xmlns:p14="http://schemas.microsoft.com/office/powerpoint/2010/main" val="17249349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elay 12">
            <a:extLst>
              <a:ext uri="{FF2B5EF4-FFF2-40B4-BE49-F238E27FC236}">
                <a16:creationId xmlns:a16="http://schemas.microsoft.com/office/drawing/2014/main" id="{469A1F6E-4333-087C-FD3E-BF0639D0800C}"/>
              </a:ext>
            </a:extLst>
          </p:cNvPr>
          <p:cNvSpPr/>
          <p:nvPr/>
        </p:nvSpPr>
        <p:spPr>
          <a:xfrm>
            <a:off x="6004193" y="2462803"/>
            <a:ext cx="5354196" cy="3657600"/>
          </a:xfrm>
          <a:prstGeom prst="flowChartDelay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25981-C9F5-A6A4-7DC1-C7AB4FD1B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" t="10585" r="12212" b="74091"/>
          <a:stretch>
            <a:fillRect/>
          </a:stretch>
        </p:blipFill>
        <p:spPr>
          <a:xfrm>
            <a:off x="1160443" y="1024568"/>
            <a:ext cx="9871114" cy="1068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F57A9C-AFC5-10B2-F951-A1F4BC1B779C}"/>
              </a:ext>
            </a:extLst>
          </p:cNvPr>
          <p:cNvSpPr txBox="1"/>
          <p:nvPr/>
        </p:nvSpPr>
        <p:spPr>
          <a:xfrm>
            <a:off x="3553858" y="209321"/>
            <a:ext cx="10250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Overall Business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B90EB-11F6-2C6C-4B4A-FC5AAE9F5946}"/>
              </a:ext>
            </a:extLst>
          </p:cNvPr>
          <p:cNvSpPr txBox="1"/>
          <p:nvPr/>
        </p:nvSpPr>
        <p:spPr>
          <a:xfrm>
            <a:off x="1311006" y="3429000"/>
            <a:ext cx="32169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Sales: ₹139.40 Million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Orders: 1,000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Customers: 947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Average Sale: ₹139.40K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5C343-9C54-4DFD-F78B-93537121056D}"/>
              </a:ext>
            </a:extLst>
          </p:cNvPr>
          <p:cNvSpPr txBox="1"/>
          <p:nvPr/>
        </p:nvSpPr>
        <p:spPr>
          <a:xfrm>
            <a:off x="6180463" y="2693090"/>
            <a:ext cx="46380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Business Story</a:t>
            </a:r>
          </a:p>
          <a:p>
            <a:pPr>
              <a:buNone/>
            </a:pPr>
            <a:r>
              <a:rPr lang="en-US" sz="2400" dirty="0"/>
              <a:t>The company achieved strong overall sales with a healthy customer base and consistent order volume. The average sale value indicates that customers make relatively high-value purchases, reflecting positive business performance.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4DA5ABF-B3C3-1799-AAF0-B55D8E78C2EB}"/>
              </a:ext>
            </a:extLst>
          </p:cNvPr>
          <p:cNvSpPr/>
          <p:nvPr/>
        </p:nvSpPr>
        <p:spPr>
          <a:xfrm>
            <a:off x="429658" y="2462803"/>
            <a:ext cx="4979622" cy="3657600"/>
          </a:xfrm>
          <a:prstGeom prst="fram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54505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E8EE7E-E661-A4D0-3573-DADFA1BF64AE}"/>
              </a:ext>
            </a:extLst>
          </p:cNvPr>
          <p:cNvSpPr/>
          <p:nvPr/>
        </p:nvSpPr>
        <p:spPr>
          <a:xfrm>
            <a:off x="4698693" y="4143054"/>
            <a:ext cx="6786390" cy="18838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15239B-D213-2C8B-8FDF-CE3304EECAC5}"/>
              </a:ext>
            </a:extLst>
          </p:cNvPr>
          <p:cNvSpPr/>
          <p:nvPr/>
        </p:nvSpPr>
        <p:spPr>
          <a:xfrm>
            <a:off x="5310130" y="1101690"/>
            <a:ext cx="5299113" cy="2641296"/>
          </a:xfrm>
          <a:prstGeom prst="roundRect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1081F-A60F-E26B-59CA-F27F245C7F8C}"/>
              </a:ext>
            </a:extLst>
          </p:cNvPr>
          <p:cNvSpPr txBox="1"/>
          <p:nvPr/>
        </p:nvSpPr>
        <p:spPr>
          <a:xfrm>
            <a:off x="3665863" y="437787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Sales Performance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30A5F5-C4F0-641A-0916-74185CA81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" t="23402" r="73784" b="44010"/>
          <a:stretch>
            <a:fillRect/>
          </a:stretch>
        </p:blipFill>
        <p:spPr>
          <a:xfrm>
            <a:off x="495759" y="1022562"/>
            <a:ext cx="3170104" cy="2531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C2DA84-B21C-9F18-C1BA-2303A0FFD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52" r="70161" b="2421"/>
          <a:stretch>
            <a:fillRect/>
          </a:stretch>
        </p:blipFill>
        <p:spPr>
          <a:xfrm>
            <a:off x="402115" y="3827613"/>
            <a:ext cx="3357391" cy="2592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289FD5-6BC8-EB12-AC9C-CD4C640BD647}"/>
              </a:ext>
            </a:extLst>
          </p:cNvPr>
          <p:cNvSpPr txBox="1"/>
          <p:nvPr/>
        </p:nvSpPr>
        <p:spPr>
          <a:xfrm>
            <a:off x="5635127" y="1501758"/>
            <a:ext cx="491352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Electronics generated the highest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Laptops and Mobile phones are the best-selling products.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categories contribute to a diversified revenue stream.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6581-41C4-8CE6-9785-5043767FFAD4}"/>
              </a:ext>
            </a:extLst>
          </p:cNvPr>
          <p:cNvSpPr txBox="1"/>
          <p:nvPr/>
        </p:nvSpPr>
        <p:spPr>
          <a:xfrm>
            <a:off x="5042971" y="4351918"/>
            <a:ext cx="609783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Recommendation</a:t>
            </a:r>
          </a:p>
          <a:p>
            <a:pPr>
              <a:buNone/>
            </a:pPr>
            <a:r>
              <a:rPr lang="en-US" dirty="0"/>
              <a:t>Increase inventory and promotional campaigns for Electronics while using cross-selling strategies to improve sales of complementary products.</a:t>
            </a:r>
          </a:p>
        </p:txBody>
      </p:sp>
    </p:spTree>
    <p:extLst>
      <p:ext uri="{BB962C8B-B14F-4D97-AF65-F5344CB8AC3E}">
        <p14:creationId xmlns:p14="http://schemas.microsoft.com/office/powerpoint/2010/main" val="198705500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91C01C-9CFB-20F8-F479-C5AD3D1FBB22}"/>
              </a:ext>
            </a:extLst>
          </p:cNvPr>
          <p:cNvSpPr/>
          <p:nvPr/>
        </p:nvSpPr>
        <p:spPr>
          <a:xfrm>
            <a:off x="572877" y="4241494"/>
            <a:ext cx="6158429" cy="20271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0D153-1E0F-61D3-6710-DF5E76C2A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66026" cy="820757"/>
          </a:xfrm>
        </p:spPr>
        <p:txBody>
          <a:bodyPr/>
          <a:lstStyle/>
          <a:p>
            <a:pPr algn="ctr"/>
            <a:r>
              <a:rPr lang="en-US" b="1" dirty="0"/>
              <a:t>Monthly Sales Trend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23B27-8730-0A40-E673-65D539991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031" y="4350285"/>
            <a:ext cx="5949106" cy="1918313"/>
          </a:xfrm>
        </p:spPr>
        <p:txBody>
          <a:bodyPr>
            <a:normAutofit/>
          </a:bodyPr>
          <a:lstStyle/>
          <a:p>
            <a:r>
              <a:rPr lang="en-US" sz="20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Sales peaked during March, June, October, and November.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Sales declined during August and September.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business shows seasonal purchasing patterns. 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4DEABC-EE06-F2A0-4BC2-F8EFDA395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0" t="22765" r="2985" b="47342"/>
          <a:stretch>
            <a:fillRect/>
          </a:stretch>
        </p:blipFill>
        <p:spPr>
          <a:xfrm>
            <a:off x="672030" y="1585052"/>
            <a:ext cx="10633784" cy="252424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95E4B9-C387-5C78-6217-9E830E217C56}"/>
              </a:ext>
            </a:extLst>
          </p:cNvPr>
          <p:cNvSpPr txBox="1"/>
          <p:nvPr/>
        </p:nvSpPr>
        <p:spPr>
          <a:xfrm>
            <a:off x="7050795" y="4426026"/>
            <a:ext cx="4469174" cy="1231106"/>
          </a:xfrm>
          <a:prstGeom prst="rect">
            <a:avLst/>
          </a:prstGeom>
          <a:solidFill>
            <a:srgbClr val="FF7C80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Recommendation</a:t>
            </a:r>
          </a:p>
          <a:p>
            <a:r>
              <a:rPr lang="en-US" dirty="0"/>
              <a:t>Launch promotional campaigns during low-performing months and prepare inventory ahead of peak sales periods.</a:t>
            </a:r>
          </a:p>
        </p:txBody>
      </p:sp>
    </p:spTree>
    <p:extLst>
      <p:ext uri="{BB962C8B-B14F-4D97-AF65-F5344CB8AC3E}">
        <p14:creationId xmlns:p14="http://schemas.microsoft.com/office/powerpoint/2010/main" val="361083528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6EE6-1D40-604B-22D0-3B83C2E8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363" y="358049"/>
            <a:ext cx="8868578" cy="638978"/>
          </a:xfrm>
          <a:solidFill>
            <a:srgbClr val="FFC6C6"/>
          </a:solidFill>
        </p:spPr>
        <p:txBody>
          <a:bodyPr/>
          <a:lstStyle/>
          <a:p>
            <a:pPr algn="ctr"/>
            <a:r>
              <a:rPr lang="en-US" b="1" dirty="0"/>
              <a:t>Customer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1AE229B-FC41-D92D-CF5B-255E4CA753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7" t="55819" r="42698" b="3793"/>
          <a:stretch>
            <a:fillRect/>
          </a:stretch>
        </p:blipFill>
        <p:spPr>
          <a:xfrm>
            <a:off x="451691" y="1650091"/>
            <a:ext cx="5199961" cy="421088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A0450-04BB-CD02-EDEC-8039F1B10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40350" y="1410160"/>
            <a:ext cx="4595756" cy="2622013"/>
          </a:xfrm>
          <a:solidFill>
            <a:srgbClr val="C5D3FF"/>
          </a:solidFill>
        </p:spPr>
        <p:txBody>
          <a:bodyPr>
            <a:normAutofit/>
          </a:bodyPr>
          <a:lstStyle/>
          <a:p>
            <a:r>
              <a:rPr lang="en-US" sz="22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Male customers contributed approximately 52% of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Female customers contributed approximately 48% of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Sales are almost equally distributed between both customer groups.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0B22C-1AD0-864E-ADB4-9A80ACB18F06}"/>
              </a:ext>
            </a:extLst>
          </p:cNvPr>
          <p:cNvSpPr txBox="1"/>
          <p:nvPr/>
        </p:nvSpPr>
        <p:spPr>
          <a:xfrm>
            <a:off x="6540349" y="4302596"/>
            <a:ext cx="4595757" cy="1661993"/>
          </a:xfrm>
          <a:prstGeom prst="rect">
            <a:avLst/>
          </a:prstGeom>
          <a:solidFill>
            <a:srgbClr val="A3DBFF"/>
          </a:solidFill>
        </p:spPr>
        <p:txBody>
          <a:bodyPr wrap="square">
            <a:spAutoFit/>
          </a:bodyPr>
          <a:lstStyle/>
          <a:p>
            <a:r>
              <a:rPr lang="en-US" sz="2200" b="1" dirty="0"/>
              <a:t>Recommendation</a:t>
            </a:r>
          </a:p>
          <a:p>
            <a:r>
              <a:rPr lang="en-US" sz="2000" dirty="0"/>
              <a:t>Maintain inclusive marketing strategies while exploring further customer segmentation based on age, city, and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200116191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1F9925-9898-56CD-044D-5D5A6F0C0F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6887098"/>
              </p:ext>
            </p:extLst>
          </p:nvPr>
        </p:nvGraphicFramePr>
        <p:xfrm>
          <a:off x="6502706" y="683045"/>
          <a:ext cx="5132942" cy="5338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607992-F797-B554-8562-E624CC8611F8}"/>
              </a:ext>
            </a:extLst>
          </p:cNvPr>
          <p:cNvSpPr txBox="1"/>
          <p:nvPr/>
        </p:nvSpPr>
        <p:spPr>
          <a:xfrm>
            <a:off x="272668" y="620725"/>
            <a:ext cx="609783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Question</a:t>
            </a:r>
          </a:p>
          <a:p>
            <a:pPr>
              <a:buNone/>
            </a:pPr>
            <a:r>
              <a:rPr lang="en-US" dirty="0"/>
              <a:t>Is there a statistically significant difference in average sales between male and female customers?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FE1BF-7072-5428-0572-BDB8E6460D12}"/>
              </a:ext>
            </a:extLst>
          </p:cNvPr>
          <p:cNvSpPr txBox="1"/>
          <p:nvPr/>
        </p:nvSpPr>
        <p:spPr>
          <a:xfrm>
            <a:off x="3831116" y="-72526"/>
            <a:ext cx="6097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Statistical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F56EA-DC1C-AAF7-3F74-131D390DBE32}"/>
              </a:ext>
            </a:extLst>
          </p:cNvPr>
          <p:cNvSpPr txBox="1"/>
          <p:nvPr/>
        </p:nvSpPr>
        <p:spPr>
          <a:xfrm>
            <a:off x="272668" y="1534732"/>
            <a:ext cx="609783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Hypotheses</a:t>
            </a:r>
          </a:p>
          <a:p>
            <a:pPr>
              <a:buNone/>
            </a:pPr>
            <a:r>
              <a:rPr lang="en-US" b="1" dirty="0"/>
              <a:t>H₀:</a:t>
            </a:r>
            <a:r>
              <a:rPr lang="en-US" dirty="0"/>
              <a:t> There is no significant difference in average sales between male and female customers.</a:t>
            </a:r>
          </a:p>
          <a:p>
            <a:pPr>
              <a:buNone/>
            </a:pPr>
            <a:r>
              <a:rPr lang="en-US" b="1" dirty="0"/>
              <a:t>H₁:</a:t>
            </a:r>
            <a:r>
              <a:rPr lang="en-US" dirty="0"/>
              <a:t> There is a significant difference in average sales between male and female customers.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238D3-02A1-6B4B-86CB-A468F0F32B90}"/>
              </a:ext>
            </a:extLst>
          </p:cNvPr>
          <p:cNvSpPr txBox="1"/>
          <p:nvPr/>
        </p:nvSpPr>
        <p:spPr>
          <a:xfrm>
            <a:off x="272668" y="3012060"/>
            <a:ext cx="609783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Statistical Test</a:t>
            </a:r>
          </a:p>
          <a:p>
            <a:pPr>
              <a:buNone/>
            </a:pPr>
            <a:r>
              <a:rPr lang="en-US" dirty="0"/>
              <a:t>Independent Samples t-test</a:t>
            </a:r>
          </a:p>
          <a:p>
            <a:pPr>
              <a:buNone/>
            </a:pPr>
            <a:r>
              <a:rPr lang="en-US" b="1" dirty="0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Male Average Sales: ₹141,807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Female Average Sales: ₹136,883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P-value: 0.49538926844824827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7D077-C585-C965-D8BB-1B692F9AFCCA}"/>
              </a:ext>
            </a:extLst>
          </p:cNvPr>
          <p:cNvSpPr txBox="1"/>
          <p:nvPr/>
        </p:nvSpPr>
        <p:spPr>
          <a:xfrm>
            <a:off x="272668" y="4766386"/>
            <a:ext cx="6097836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>
              <a:buNone/>
            </a:pPr>
            <a:r>
              <a:rPr lang="en-US" dirty="0"/>
              <a:t>Since the p-value is greater than 0.05, we fail to reject the null hypothesis. The observed difference in average sales between male and female customers is not statistically significant.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F19BFA-1A7D-C0D0-C22D-3E18BA86B9C5}"/>
              </a:ext>
            </a:extLst>
          </p:cNvPr>
          <p:cNvSpPr txBox="1"/>
          <p:nvPr/>
        </p:nvSpPr>
        <p:spPr>
          <a:xfrm>
            <a:off x="272668" y="5966715"/>
            <a:ext cx="1034483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Conclusion</a:t>
            </a:r>
          </a:p>
          <a:p>
            <a:pPr>
              <a:buNone/>
            </a:pPr>
            <a:r>
              <a:rPr lang="en-US" dirty="0"/>
              <a:t>The company should continue balanced marketing strategies rather than creating separate campaigns based solely on gender.</a:t>
            </a:r>
          </a:p>
        </p:txBody>
      </p:sp>
    </p:spTree>
    <p:extLst>
      <p:ext uri="{BB962C8B-B14F-4D97-AF65-F5344CB8AC3E}">
        <p14:creationId xmlns:p14="http://schemas.microsoft.com/office/powerpoint/2010/main" val="223388996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3E756029-B89B-0003-33E8-EBF861F2EB03}"/>
              </a:ext>
            </a:extLst>
          </p:cNvPr>
          <p:cNvSpPr/>
          <p:nvPr/>
        </p:nvSpPr>
        <p:spPr>
          <a:xfrm>
            <a:off x="672029" y="316601"/>
            <a:ext cx="10939749" cy="785085"/>
          </a:xfrm>
          <a:prstGeom prst="flowChartTerminator">
            <a:avLst/>
          </a:prstGeom>
          <a:solidFill>
            <a:srgbClr val="FFC6C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F0A73-8FAC-7531-9E37-E6F4A67F8627}"/>
              </a:ext>
            </a:extLst>
          </p:cNvPr>
          <p:cNvSpPr txBox="1"/>
          <p:nvPr/>
        </p:nvSpPr>
        <p:spPr>
          <a:xfrm>
            <a:off x="462709" y="1509554"/>
            <a:ext cx="5860973" cy="4647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Continue investing in Electronics, the highest-performing category.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Ensure adequate inventory for top-selling products such as Laptops and Mobiles.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 promotional campaigns during August and September to improve seasonal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Continue inclusive marketing strategies across all customer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dashboards and statistical analysis to support future business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B3FEF-F323-648E-B51A-88951F00F24F}"/>
              </a:ext>
            </a:extLst>
          </p:cNvPr>
          <p:cNvSpPr txBox="1"/>
          <p:nvPr/>
        </p:nvSpPr>
        <p:spPr>
          <a:xfrm>
            <a:off x="6731305" y="1509554"/>
            <a:ext cx="4645445" cy="4647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Conclusion</a:t>
            </a:r>
          </a:p>
          <a:p>
            <a:pPr>
              <a:buNone/>
            </a:pPr>
            <a:r>
              <a:rPr lang="en-US" sz="2400" dirty="0"/>
              <a:t>This project successfully transformed raw sales data into meaningful business insights through interactive dashboards and statistical validation. The analysis demonstrates how data-driven decision-making can help organizations improve sales performance, optimize marketing strategies, and achieve sustainable business growth.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776DC-54A0-51BE-89D7-577BD7CF1930}"/>
              </a:ext>
            </a:extLst>
          </p:cNvPr>
          <p:cNvSpPr txBox="1"/>
          <p:nvPr/>
        </p:nvSpPr>
        <p:spPr>
          <a:xfrm>
            <a:off x="1942641" y="349651"/>
            <a:ext cx="8306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Recommendations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15329837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5902</TotalTime>
  <Words>592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Calibri Light</vt:lpstr>
      <vt:lpstr>Times New Roman</vt:lpstr>
      <vt:lpstr>Office Theme</vt:lpstr>
      <vt:lpstr>Data Storytelling &amp; Statistical Validation</vt:lpstr>
      <vt:lpstr> OBJECTIVE    The objective of this project is to analyze sales data, identify key    business insights, validate findings using statistical methods, and     provide recommendations that support data-driven business decisions. .</vt:lpstr>
      <vt:lpstr>Dashboard Overview</vt:lpstr>
      <vt:lpstr>PowerPoint Presentation</vt:lpstr>
      <vt:lpstr>PowerPoint Presentation</vt:lpstr>
      <vt:lpstr>Monthly Sales Trend</vt:lpstr>
      <vt:lpstr>Customer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Chandrika Ramanjaneyulu</dc:creator>
  <cp:lastModifiedBy>Chandrika Ramanjaneyulu</cp:lastModifiedBy>
  <cp:revision>3</cp:revision>
  <dcterms:created xsi:type="dcterms:W3CDTF">2026-07-07T15:33:13Z</dcterms:created>
  <dcterms:modified xsi:type="dcterms:W3CDTF">2026-07-12T03:52:59Z</dcterms:modified>
</cp:coreProperties>
</file>